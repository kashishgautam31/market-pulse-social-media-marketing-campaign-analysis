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5"/>
  </p:notesMasterIdLst>
  <p:sldIdLst>
    <p:sldId id="256" r:id="rId2"/>
    <p:sldId id="270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9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356"/>
    <a:srgbClr val="9CA3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7753D-7D0A-2D3D-EEA5-98A39FC5FE41}" v="1" dt="2026-03-27T17:26:08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>
      <p:cViewPr varScale="1">
        <p:scale>
          <a:sx n="97" d="100"/>
          <a:sy n="97" d="100"/>
        </p:scale>
        <p:origin x="175" y="8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ad06ef22-d6dc-4a55-b4c1-c3a158f5f147::" providerId="AD" clId="Web-{1BE7753D-7D0A-2D3D-EEA5-98A39FC5FE41}"/>
    <pc:docChg chg="delSld">
      <pc:chgData name="Guest User" userId="S::urn:spo:tenantanon#ad06ef22-d6dc-4a55-b4c1-c3a158f5f147::" providerId="AD" clId="Web-{1BE7753D-7D0A-2D3D-EEA5-98A39FC5FE41}" dt="2026-03-27T17:26:08.878" v="0"/>
      <pc:docMkLst>
        <pc:docMk/>
      </pc:docMkLst>
      <pc:sldChg chg="del">
        <pc:chgData name="Guest User" userId="S::urn:spo:tenantanon#ad06ef22-d6dc-4a55-b4c1-c3a158f5f147::" providerId="AD" clId="Web-{1BE7753D-7D0A-2D3D-EEA5-98A39FC5FE41}" dt="2026-03-27T17:26:08.878" v="0"/>
        <pc:sldMkLst>
          <pc:docMk/>
          <pc:sldMk cId="3784711537" sldId="265"/>
        </pc:sldMkLst>
      </pc:sldChg>
    </pc:docChg>
  </pc:docChgLst>
  <pc:docChgLst>
    <pc:chgData name="Guest User" userId="S::urn:spo:tenantanon#ad06ef22-d6dc-4a55-b4c1-c3a158f5f147::" providerId="AD" clId="Web-{7303C101-371A-6AEB-380C-D84C382AAB3C}"/>
    <pc:docChg chg="modSld">
      <pc:chgData name="Guest User" userId="S::urn:spo:tenantanon#ad06ef22-d6dc-4a55-b4c1-c3a158f5f147::" providerId="AD" clId="Web-{7303C101-371A-6AEB-380C-D84C382AAB3C}" dt="2026-03-11T09:39:36.450" v="1" actId="14100"/>
      <pc:docMkLst>
        <pc:docMk/>
      </pc:docMkLst>
      <pc:sldChg chg="modSp">
        <pc:chgData name="Guest User" userId="S::urn:spo:tenantanon#ad06ef22-d6dc-4a55-b4c1-c3a158f5f147::" providerId="AD" clId="Web-{7303C101-371A-6AEB-380C-D84C382AAB3C}" dt="2026-03-11T09:39:36.450" v="1" actId="14100"/>
        <pc:sldMkLst>
          <pc:docMk/>
          <pc:sldMk cId="308195611" sldId="260"/>
        </pc:sldMkLst>
        <pc:spChg chg="mod">
          <ac:chgData name="Guest User" userId="S::urn:spo:tenantanon#ad06ef22-d6dc-4a55-b4c1-c3a158f5f147::" providerId="AD" clId="Web-{7303C101-371A-6AEB-380C-D84C382AAB3C}" dt="2026-03-11T09:39:36.450" v="1" actId="14100"/>
          <ac:spMkLst>
            <pc:docMk/>
            <pc:sldMk cId="308195611" sldId="260"/>
            <ac:spMk id="2" creationId="{DF7D89FB-6AE0-4387-B7C5-B6BE39BA757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D83BE1-AFE8-419B-A744-8747B796CD27}" type="doc">
      <dgm:prSet loTypeId="urn:microsoft.com/office/officeart/2005/8/layout/p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0DC5C7-5E03-469C-8F17-222A4B1CB00C}">
      <dgm:prSet phldrT="[Text]" custT="1"/>
      <dgm:spPr/>
      <dgm:t>
        <a:bodyPr/>
        <a:lstStyle/>
        <a:p>
          <a:r>
            <a:rPr lang="en-IN" sz="2000" dirty="0" smtClean="0">
              <a:latin typeface="Times New Roman" pitchFamily="18" charset="0"/>
              <a:cs typeface="Times New Roman" pitchFamily="18" charset="0"/>
            </a:rPr>
            <a:t>Arsheta</a:t>
          </a:r>
          <a:endParaRPr lang="en-US" sz="2000" dirty="0">
            <a:latin typeface="Times New Roman" pitchFamily="18" charset="0"/>
            <a:cs typeface="Times New Roman" pitchFamily="18" charset="0"/>
          </a:endParaRPr>
        </a:p>
      </dgm:t>
    </dgm:pt>
    <dgm:pt modelId="{BE510D84-B910-48A8-9A40-4CAF398FFEAA}" type="parTrans" cxnId="{92B11671-EB8E-4298-92E5-114C0329AB9D}">
      <dgm:prSet/>
      <dgm:spPr/>
      <dgm:t>
        <a:bodyPr/>
        <a:lstStyle/>
        <a:p>
          <a:endParaRPr lang="en-US"/>
        </a:p>
      </dgm:t>
    </dgm:pt>
    <dgm:pt modelId="{8C4F3973-C446-422D-8B8B-2BB01A380606}" type="sibTrans" cxnId="{92B11671-EB8E-4298-92E5-114C0329AB9D}">
      <dgm:prSet/>
      <dgm:spPr/>
      <dgm:t>
        <a:bodyPr/>
        <a:lstStyle/>
        <a:p>
          <a:endParaRPr lang="en-US"/>
        </a:p>
      </dgm:t>
    </dgm:pt>
    <dgm:pt modelId="{618D2738-1141-4DF4-BA7D-535EBFC1F930}">
      <dgm:prSet phldrT="[Text]" custT="1"/>
      <dgm:spPr/>
      <dgm:t>
        <a:bodyPr/>
        <a:lstStyle/>
        <a:p>
          <a:pPr algn="l"/>
          <a:r>
            <a:rPr lang="en-US" sz="2000" dirty="0" smtClean="0">
              <a:latin typeface="Times New Roman" pitchFamily="18" charset="0"/>
              <a:cs typeface="Times New Roman" pitchFamily="18" charset="0"/>
            </a:rPr>
            <a:t>Tripti</a:t>
          </a:r>
          <a:endParaRPr lang="en-US" sz="2000" dirty="0">
            <a:latin typeface="Times New Roman" pitchFamily="18" charset="0"/>
            <a:cs typeface="Times New Roman" pitchFamily="18" charset="0"/>
          </a:endParaRPr>
        </a:p>
      </dgm:t>
    </dgm:pt>
    <dgm:pt modelId="{CEC189F6-7FAF-4E68-83EE-4884080EA6B3}" type="parTrans" cxnId="{F6E4AEEE-AC86-4E0A-9313-82047651A0DA}">
      <dgm:prSet/>
      <dgm:spPr/>
      <dgm:t>
        <a:bodyPr/>
        <a:lstStyle/>
        <a:p>
          <a:endParaRPr lang="en-US"/>
        </a:p>
      </dgm:t>
    </dgm:pt>
    <dgm:pt modelId="{9BEA616A-D2FD-41FC-B887-268A84A24A68}" type="sibTrans" cxnId="{F6E4AEEE-AC86-4E0A-9313-82047651A0DA}">
      <dgm:prSet/>
      <dgm:spPr/>
      <dgm:t>
        <a:bodyPr/>
        <a:lstStyle/>
        <a:p>
          <a:endParaRPr lang="en-US"/>
        </a:p>
      </dgm:t>
    </dgm:pt>
    <dgm:pt modelId="{C5EE937A-7420-4076-B96C-D264AB243D78}">
      <dgm:prSet phldrT="[Text]" custT="1"/>
      <dgm:spPr/>
      <dgm:t>
        <a:bodyPr/>
        <a:lstStyle/>
        <a:p>
          <a:r>
            <a:rPr lang="en-IN" sz="2000" dirty="0" smtClean="0">
              <a:latin typeface="Times New Roman" pitchFamily="18" charset="0"/>
              <a:cs typeface="Times New Roman" pitchFamily="18" charset="0"/>
            </a:rPr>
            <a:t>Anuradha</a:t>
          </a:r>
          <a:endParaRPr lang="en-US" sz="2000" dirty="0">
            <a:latin typeface="Times New Roman" pitchFamily="18" charset="0"/>
            <a:cs typeface="Times New Roman" pitchFamily="18" charset="0"/>
          </a:endParaRPr>
        </a:p>
      </dgm:t>
    </dgm:pt>
    <dgm:pt modelId="{45F084D2-7620-4036-BB24-D8E1C5BF2AA3}" type="parTrans" cxnId="{7381F479-FEC2-4A83-A1ED-DAE189DCEEDD}">
      <dgm:prSet/>
      <dgm:spPr/>
      <dgm:t>
        <a:bodyPr/>
        <a:lstStyle/>
        <a:p>
          <a:endParaRPr lang="en-US"/>
        </a:p>
      </dgm:t>
    </dgm:pt>
    <dgm:pt modelId="{CCB47261-0CCE-464E-B165-9BFE82754C28}" type="sibTrans" cxnId="{7381F479-FEC2-4A83-A1ED-DAE189DCEEDD}">
      <dgm:prSet/>
      <dgm:spPr/>
      <dgm:t>
        <a:bodyPr/>
        <a:lstStyle/>
        <a:p>
          <a:endParaRPr lang="en-US"/>
        </a:p>
      </dgm:t>
    </dgm:pt>
    <dgm:pt modelId="{FFFB69E2-6456-4BF7-8AC2-744209941B3A}">
      <dgm:prSet phldrT="[Text]" custT="1"/>
      <dgm:spPr/>
      <dgm:t>
        <a:bodyPr/>
        <a:lstStyle/>
        <a:p>
          <a:r>
            <a:rPr lang="en-IN" sz="2000" dirty="0" smtClean="0">
              <a:latin typeface="Times New Roman" pitchFamily="18" charset="0"/>
              <a:cs typeface="Times New Roman" pitchFamily="18" charset="0"/>
            </a:rPr>
            <a:t>Kavita  Pal </a:t>
          </a:r>
          <a:endParaRPr lang="en-US" sz="2000" dirty="0">
            <a:latin typeface="Times New Roman" pitchFamily="18" charset="0"/>
            <a:cs typeface="Times New Roman" pitchFamily="18" charset="0"/>
          </a:endParaRPr>
        </a:p>
      </dgm:t>
    </dgm:pt>
    <dgm:pt modelId="{C3ABC1A1-5884-40AF-8BB7-B530EE800096}" type="parTrans" cxnId="{FA04E0F1-E738-49B2-A910-2D15455C45FE}">
      <dgm:prSet/>
      <dgm:spPr/>
      <dgm:t>
        <a:bodyPr/>
        <a:lstStyle/>
        <a:p>
          <a:endParaRPr lang="en-US"/>
        </a:p>
      </dgm:t>
    </dgm:pt>
    <dgm:pt modelId="{3EEB58B4-40F0-4A91-ACEE-6DEF56811AFA}" type="sibTrans" cxnId="{FA04E0F1-E738-49B2-A910-2D15455C45FE}">
      <dgm:prSet/>
      <dgm:spPr/>
      <dgm:t>
        <a:bodyPr/>
        <a:lstStyle/>
        <a:p>
          <a:endParaRPr lang="en-US"/>
        </a:p>
      </dgm:t>
    </dgm:pt>
    <dgm:pt modelId="{A5EED8EA-FCFF-4B95-8EB3-75C45C60314C}">
      <dgm:prSet custT="1"/>
      <dgm:spPr/>
      <dgm:t>
        <a:bodyPr/>
        <a:lstStyle/>
        <a:p>
          <a:r>
            <a:rPr lang="en-IN" sz="2000" dirty="0" smtClean="0">
              <a:latin typeface="Times New Roman" pitchFamily="18" charset="0"/>
              <a:cs typeface="Times New Roman" pitchFamily="18" charset="0"/>
            </a:rPr>
            <a:t>Kashish Gautam</a:t>
          </a:r>
          <a:endParaRPr lang="en-US" sz="2000" dirty="0"/>
        </a:p>
      </dgm:t>
    </dgm:pt>
    <dgm:pt modelId="{EC6DBE49-8642-43E9-B292-557050103162}" type="parTrans" cxnId="{B7D17EA2-751A-4510-9635-4BB04E051DC6}">
      <dgm:prSet/>
      <dgm:spPr/>
      <dgm:t>
        <a:bodyPr/>
        <a:lstStyle/>
        <a:p>
          <a:endParaRPr lang="en-US"/>
        </a:p>
      </dgm:t>
    </dgm:pt>
    <dgm:pt modelId="{F9D95FE3-5B77-44C0-8880-D2491B1863B1}" type="sibTrans" cxnId="{B7D17EA2-751A-4510-9635-4BB04E051DC6}">
      <dgm:prSet/>
      <dgm:spPr/>
      <dgm:t>
        <a:bodyPr/>
        <a:lstStyle/>
        <a:p>
          <a:endParaRPr lang="en-US"/>
        </a:p>
      </dgm:t>
    </dgm:pt>
    <dgm:pt modelId="{E294A0A1-811B-4C3A-B4AF-4405F20B40AB}" type="pres">
      <dgm:prSet presAssocID="{67D83BE1-AFE8-419B-A744-8747B796CD2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8F486FF-87F4-49DC-9C41-994D96FCE2BE}" type="pres">
      <dgm:prSet presAssocID="{B70DC5C7-5E03-469C-8F17-222A4B1CB00C}" presName="compNode" presStyleCnt="0"/>
      <dgm:spPr/>
      <dgm:t>
        <a:bodyPr/>
        <a:lstStyle/>
        <a:p>
          <a:endParaRPr lang="en-US"/>
        </a:p>
      </dgm:t>
    </dgm:pt>
    <dgm:pt modelId="{E3A43622-E84F-48A6-95F6-2D279A37B2F9}" type="pres">
      <dgm:prSet presAssocID="{B70DC5C7-5E03-469C-8F17-222A4B1CB00C}" presName="pictRect" presStyleLbl="node1" presStyleIdx="0" presStyleCnt="5" custScaleX="88394" custScaleY="133803" custLinFactNeighborX="6060" custLinFactNeighborY="-11032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3A8040E0-F455-4815-BA7A-2F7F0E3F3298}" type="pres">
      <dgm:prSet presAssocID="{B70DC5C7-5E03-469C-8F17-222A4B1CB00C}" presName="textRect" presStyleLbl="revTx" presStyleIdx="0" presStyleCnt="5" custScaleX="75836" custScaleY="5255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6B957E-502C-47D4-BF17-EEB121559C9D}" type="pres">
      <dgm:prSet presAssocID="{8C4F3973-C446-422D-8B8B-2BB01A380606}" presName="sibTrans" presStyleLbl="sibTrans2D1" presStyleIdx="0" presStyleCnt="0"/>
      <dgm:spPr/>
      <dgm:t>
        <a:bodyPr/>
        <a:lstStyle/>
        <a:p>
          <a:endParaRPr lang="en-US"/>
        </a:p>
      </dgm:t>
    </dgm:pt>
    <dgm:pt modelId="{FA061421-D8A9-4A8C-A42A-BA6CE36FC2F3}" type="pres">
      <dgm:prSet presAssocID="{A5EED8EA-FCFF-4B95-8EB3-75C45C60314C}" presName="compNode" presStyleCnt="0"/>
      <dgm:spPr/>
      <dgm:t>
        <a:bodyPr/>
        <a:lstStyle/>
        <a:p>
          <a:endParaRPr lang="en-US"/>
        </a:p>
      </dgm:t>
    </dgm:pt>
    <dgm:pt modelId="{5B731D8B-C59F-4B73-ABC7-566262AC9D1C}" type="pres">
      <dgm:prSet presAssocID="{A5EED8EA-FCFF-4B95-8EB3-75C45C60314C}" presName="pictRect" presStyleLbl="node1" presStyleIdx="1" presStyleCnt="5" custScaleX="88120" custScaleY="137606" custLinFactNeighborX="87307" custLinFactNeighborY="-10161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1CDD0CAE-12B7-49D5-80ED-47EF8F9384E0}" type="pres">
      <dgm:prSet presAssocID="{A5EED8EA-FCFF-4B95-8EB3-75C45C60314C}" presName="textRect" presStyleLbl="revTx" presStyleIdx="1" presStyleCnt="5" custScaleX="66898" custScaleY="471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8F6096-C02E-4BC9-A8E1-8B2A442BF0FF}" type="pres">
      <dgm:prSet presAssocID="{F9D95FE3-5B77-44C0-8880-D2491B1863B1}" presName="sibTrans" presStyleLbl="sibTrans2D1" presStyleIdx="0" presStyleCnt="0"/>
      <dgm:spPr/>
      <dgm:t>
        <a:bodyPr/>
        <a:lstStyle/>
        <a:p>
          <a:endParaRPr lang="en-US"/>
        </a:p>
      </dgm:t>
    </dgm:pt>
    <dgm:pt modelId="{EF2961DC-52FA-4002-BA28-FA787560AD0E}" type="pres">
      <dgm:prSet presAssocID="{618D2738-1141-4DF4-BA7D-535EBFC1F930}" presName="compNode" presStyleCnt="0"/>
      <dgm:spPr/>
      <dgm:t>
        <a:bodyPr/>
        <a:lstStyle/>
        <a:p>
          <a:endParaRPr lang="en-US"/>
        </a:p>
      </dgm:t>
    </dgm:pt>
    <dgm:pt modelId="{6DB5843E-7851-48DB-B028-D2DDADE7295F}" type="pres">
      <dgm:prSet presAssocID="{618D2738-1141-4DF4-BA7D-535EBFC1F930}" presName="pictRect" presStyleLbl="node1" presStyleIdx="2" presStyleCnt="5" custScaleX="80674" custScaleY="142044" custLinFactNeighborX="-96851" custLinFactNeighborY="-6545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488AB99-150F-4038-9AA1-F4E42A4A3236}" type="pres">
      <dgm:prSet presAssocID="{618D2738-1141-4DF4-BA7D-535EBFC1F930}" presName="textRect" presStyleLbl="revTx" presStyleIdx="2" presStyleCnt="5" custScaleX="62686" custScaleY="96551" custLinFactNeighborX="6836" custLinFactNeighborY="137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86B7F3-739D-4D57-A22A-8E9FF12C8146}" type="pres">
      <dgm:prSet presAssocID="{9BEA616A-D2FD-41FC-B887-268A84A24A6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5A72536-2090-4762-AF76-8EF264F5875C}" type="pres">
      <dgm:prSet presAssocID="{C5EE937A-7420-4076-B96C-D264AB243D78}" presName="compNode" presStyleCnt="0"/>
      <dgm:spPr/>
      <dgm:t>
        <a:bodyPr/>
        <a:lstStyle/>
        <a:p>
          <a:endParaRPr lang="en-US"/>
        </a:p>
      </dgm:t>
    </dgm:pt>
    <dgm:pt modelId="{29B44B41-70FF-4E61-91DE-7CDBDD350EA1}" type="pres">
      <dgm:prSet presAssocID="{C5EE937A-7420-4076-B96C-D264AB243D78}" presName="pictRect" presStyleLbl="node1" presStyleIdx="3" presStyleCnt="5" custScaleX="82963" custScaleY="139659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CC6D7582-C6A7-4AAF-97EE-8BDCDECCDCE7}" type="pres">
      <dgm:prSet presAssocID="{C5EE937A-7420-4076-B96C-D264AB243D78}" presName="textRect" presStyleLbl="revTx" presStyleIdx="3" presStyleCnt="5" custScaleX="92492" custScaleY="481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714E40-7221-4A87-A0CC-89C32A5E790D}" type="pres">
      <dgm:prSet presAssocID="{CCB47261-0CCE-464E-B165-9BFE82754C2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F9285C4-24AC-491E-869A-8804E24A8390}" type="pres">
      <dgm:prSet presAssocID="{FFFB69E2-6456-4BF7-8AC2-744209941B3A}" presName="compNode" presStyleCnt="0"/>
      <dgm:spPr/>
      <dgm:t>
        <a:bodyPr/>
        <a:lstStyle/>
        <a:p>
          <a:endParaRPr lang="en-US"/>
        </a:p>
      </dgm:t>
    </dgm:pt>
    <dgm:pt modelId="{F860CC0A-255B-4836-9641-F672B3BE27F1}" type="pres">
      <dgm:prSet presAssocID="{FFFB69E2-6456-4BF7-8AC2-744209941B3A}" presName="pictRect" presStyleLbl="node1" presStyleIdx="4" presStyleCnt="5" custScaleY="141732"/>
      <dgm:spPr>
        <a:blipFill rotWithShape="0"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F557681B-2AEE-489C-A1F9-72E701E3FC64}" type="pres">
      <dgm:prSet presAssocID="{FFFB69E2-6456-4BF7-8AC2-744209941B3A}" presName="textRect" presStyleLbl="revTx" presStyleIdx="4" presStyleCnt="5" custScaleX="85450" custScaleY="472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A04E0F1-E738-49B2-A910-2D15455C45FE}" srcId="{67D83BE1-AFE8-419B-A744-8747B796CD27}" destId="{FFFB69E2-6456-4BF7-8AC2-744209941B3A}" srcOrd="4" destOrd="0" parTransId="{C3ABC1A1-5884-40AF-8BB7-B530EE800096}" sibTransId="{3EEB58B4-40F0-4A91-ACEE-6DEF56811AFA}"/>
    <dgm:cxn modelId="{7381F479-FEC2-4A83-A1ED-DAE189DCEEDD}" srcId="{67D83BE1-AFE8-419B-A744-8747B796CD27}" destId="{C5EE937A-7420-4076-B96C-D264AB243D78}" srcOrd="3" destOrd="0" parTransId="{45F084D2-7620-4036-BB24-D8E1C5BF2AA3}" sibTransId="{CCB47261-0CCE-464E-B165-9BFE82754C28}"/>
    <dgm:cxn modelId="{7C9CD314-7B0B-487D-9B3B-0285AC4C9E50}" type="presOf" srcId="{F9D95FE3-5B77-44C0-8880-D2491B1863B1}" destId="{7E8F6096-C02E-4BC9-A8E1-8B2A442BF0FF}" srcOrd="0" destOrd="0" presId="urn:microsoft.com/office/officeart/2005/8/layout/pList1"/>
    <dgm:cxn modelId="{5BE88F31-EC78-4043-BF60-E5FFFDA5AE8C}" type="presOf" srcId="{A5EED8EA-FCFF-4B95-8EB3-75C45C60314C}" destId="{1CDD0CAE-12B7-49D5-80ED-47EF8F9384E0}" srcOrd="0" destOrd="0" presId="urn:microsoft.com/office/officeart/2005/8/layout/pList1"/>
    <dgm:cxn modelId="{265D02A1-9075-43D3-BCD8-CB42BB859F8B}" type="presOf" srcId="{C5EE937A-7420-4076-B96C-D264AB243D78}" destId="{CC6D7582-C6A7-4AAF-97EE-8BDCDECCDCE7}" srcOrd="0" destOrd="0" presId="urn:microsoft.com/office/officeart/2005/8/layout/pList1"/>
    <dgm:cxn modelId="{3831FDA6-11A7-48E3-8979-BDD47B870636}" type="presOf" srcId="{B70DC5C7-5E03-469C-8F17-222A4B1CB00C}" destId="{3A8040E0-F455-4815-BA7A-2F7F0E3F3298}" srcOrd="0" destOrd="0" presId="urn:microsoft.com/office/officeart/2005/8/layout/pList1"/>
    <dgm:cxn modelId="{61112B1F-5B6C-4D07-8527-3B6E2E6C6FC0}" type="presOf" srcId="{FFFB69E2-6456-4BF7-8AC2-744209941B3A}" destId="{F557681B-2AEE-489C-A1F9-72E701E3FC64}" srcOrd="0" destOrd="0" presId="urn:microsoft.com/office/officeart/2005/8/layout/pList1"/>
    <dgm:cxn modelId="{B7D17EA2-751A-4510-9635-4BB04E051DC6}" srcId="{67D83BE1-AFE8-419B-A744-8747B796CD27}" destId="{A5EED8EA-FCFF-4B95-8EB3-75C45C60314C}" srcOrd="1" destOrd="0" parTransId="{EC6DBE49-8642-43E9-B292-557050103162}" sibTransId="{F9D95FE3-5B77-44C0-8880-D2491B1863B1}"/>
    <dgm:cxn modelId="{5EDBF5D5-4FE1-49F1-9DEE-E62A43A5B7CA}" type="presOf" srcId="{9BEA616A-D2FD-41FC-B887-268A84A24A68}" destId="{CC86B7F3-739D-4D57-A22A-8E9FF12C8146}" srcOrd="0" destOrd="0" presId="urn:microsoft.com/office/officeart/2005/8/layout/pList1"/>
    <dgm:cxn modelId="{8A2158DE-6171-483A-8CC1-D638DB2EA2D5}" type="presOf" srcId="{CCB47261-0CCE-464E-B165-9BFE82754C28}" destId="{38714E40-7221-4A87-A0CC-89C32A5E790D}" srcOrd="0" destOrd="0" presId="urn:microsoft.com/office/officeart/2005/8/layout/pList1"/>
    <dgm:cxn modelId="{E45E0FDB-285B-4431-A8CB-E880F4A513AB}" type="presOf" srcId="{67D83BE1-AFE8-419B-A744-8747B796CD27}" destId="{E294A0A1-811B-4C3A-B4AF-4405F20B40AB}" srcOrd="0" destOrd="0" presId="urn:microsoft.com/office/officeart/2005/8/layout/pList1"/>
    <dgm:cxn modelId="{540AA3AD-6DDB-4B30-A5A3-724FE13E1A37}" type="presOf" srcId="{618D2738-1141-4DF4-BA7D-535EBFC1F930}" destId="{6488AB99-150F-4038-9AA1-F4E42A4A3236}" srcOrd="0" destOrd="0" presId="urn:microsoft.com/office/officeart/2005/8/layout/pList1"/>
    <dgm:cxn modelId="{51DCFEB5-4838-466D-B05A-9DFEBA4ADEA2}" type="presOf" srcId="{8C4F3973-C446-422D-8B8B-2BB01A380606}" destId="{EC6B957E-502C-47D4-BF17-EEB121559C9D}" srcOrd="0" destOrd="0" presId="urn:microsoft.com/office/officeart/2005/8/layout/pList1"/>
    <dgm:cxn modelId="{F6E4AEEE-AC86-4E0A-9313-82047651A0DA}" srcId="{67D83BE1-AFE8-419B-A744-8747B796CD27}" destId="{618D2738-1141-4DF4-BA7D-535EBFC1F930}" srcOrd="2" destOrd="0" parTransId="{CEC189F6-7FAF-4E68-83EE-4884080EA6B3}" sibTransId="{9BEA616A-D2FD-41FC-B887-268A84A24A68}"/>
    <dgm:cxn modelId="{92B11671-EB8E-4298-92E5-114C0329AB9D}" srcId="{67D83BE1-AFE8-419B-A744-8747B796CD27}" destId="{B70DC5C7-5E03-469C-8F17-222A4B1CB00C}" srcOrd="0" destOrd="0" parTransId="{BE510D84-B910-48A8-9A40-4CAF398FFEAA}" sibTransId="{8C4F3973-C446-422D-8B8B-2BB01A380606}"/>
    <dgm:cxn modelId="{F1287D69-C732-40AE-8C97-1E5AB6034157}" type="presParOf" srcId="{E294A0A1-811B-4C3A-B4AF-4405F20B40AB}" destId="{28F486FF-87F4-49DC-9C41-994D96FCE2BE}" srcOrd="0" destOrd="0" presId="urn:microsoft.com/office/officeart/2005/8/layout/pList1"/>
    <dgm:cxn modelId="{44217BBD-1D9C-4C46-B3A6-87433CCAAB61}" type="presParOf" srcId="{28F486FF-87F4-49DC-9C41-994D96FCE2BE}" destId="{E3A43622-E84F-48A6-95F6-2D279A37B2F9}" srcOrd="0" destOrd="0" presId="urn:microsoft.com/office/officeart/2005/8/layout/pList1"/>
    <dgm:cxn modelId="{E24E38B5-7726-4F48-8BF5-67D57458D6BB}" type="presParOf" srcId="{28F486FF-87F4-49DC-9C41-994D96FCE2BE}" destId="{3A8040E0-F455-4815-BA7A-2F7F0E3F3298}" srcOrd="1" destOrd="0" presId="urn:microsoft.com/office/officeart/2005/8/layout/pList1"/>
    <dgm:cxn modelId="{3AA21F6A-ABDC-4BB8-AD47-7530E7F94C3E}" type="presParOf" srcId="{E294A0A1-811B-4C3A-B4AF-4405F20B40AB}" destId="{EC6B957E-502C-47D4-BF17-EEB121559C9D}" srcOrd="1" destOrd="0" presId="urn:microsoft.com/office/officeart/2005/8/layout/pList1"/>
    <dgm:cxn modelId="{67E0CB5E-AB85-48BE-BDF3-EE424D4FD5AB}" type="presParOf" srcId="{E294A0A1-811B-4C3A-B4AF-4405F20B40AB}" destId="{FA061421-D8A9-4A8C-A42A-BA6CE36FC2F3}" srcOrd="2" destOrd="0" presId="urn:microsoft.com/office/officeart/2005/8/layout/pList1"/>
    <dgm:cxn modelId="{18EBD7B0-796E-4BC6-A944-A147DE923B4A}" type="presParOf" srcId="{FA061421-D8A9-4A8C-A42A-BA6CE36FC2F3}" destId="{5B731D8B-C59F-4B73-ABC7-566262AC9D1C}" srcOrd="0" destOrd="0" presId="urn:microsoft.com/office/officeart/2005/8/layout/pList1"/>
    <dgm:cxn modelId="{EB589E63-5677-4C78-9F83-EB24745A96B1}" type="presParOf" srcId="{FA061421-D8A9-4A8C-A42A-BA6CE36FC2F3}" destId="{1CDD0CAE-12B7-49D5-80ED-47EF8F9384E0}" srcOrd="1" destOrd="0" presId="urn:microsoft.com/office/officeart/2005/8/layout/pList1"/>
    <dgm:cxn modelId="{738F7CBD-3666-407C-BB8C-3E82F2985A28}" type="presParOf" srcId="{E294A0A1-811B-4C3A-B4AF-4405F20B40AB}" destId="{7E8F6096-C02E-4BC9-A8E1-8B2A442BF0FF}" srcOrd="3" destOrd="0" presId="urn:microsoft.com/office/officeart/2005/8/layout/pList1"/>
    <dgm:cxn modelId="{C9781362-F0B9-4D01-9B95-5139BA4BC39C}" type="presParOf" srcId="{E294A0A1-811B-4C3A-B4AF-4405F20B40AB}" destId="{EF2961DC-52FA-4002-BA28-FA787560AD0E}" srcOrd="4" destOrd="0" presId="urn:microsoft.com/office/officeart/2005/8/layout/pList1"/>
    <dgm:cxn modelId="{6634728C-4C5A-45E1-97B7-0FA87CC89BB4}" type="presParOf" srcId="{EF2961DC-52FA-4002-BA28-FA787560AD0E}" destId="{6DB5843E-7851-48DB-B028-D2DDADE7295F}" srcOrd="0" destOrd="0" presId="urn:microsoft.com/office/officeart/2005/8/layout/pList1"/>
    <dgm:cxn modelId="{DB1A3983-4103-4EB2-9607-79DEFDD74BB5}" type="presParOf" srcId="{EF2961DC-52FA-4002-BA28-FA787560AD0E}" destId="{6488AB99-150F-4038-9AA1-F4E42A4A3236}" srcOrd="1" destOrd="0" presId="urn:microsoft.com/office/officeart/2005/8/layout/pList1"/>
    <dgm:cxn modelId="{BA71A3BE-0764-4505-BD8D-DCA11ABF87FC}" type="presParOf" srcId="{E294A0A1-811B-4C3A-B4AF-4405F20B40AB}" destId="{CC86B7F3-739D-4D57-A22A-8E9FF12C8146}" srcOrd="5" destOrd="0" presId="urn:microsoft.com/office/officeart/2005/8/layout/pList1"/>
    <dgm:cxn modelId="{1508F596-49E6-4E3E-A36F-836410547E7E}" type="presParOf" srcId="{E294A0A1-811B-4C3A-B4AF-4405F20B40AB}" destId="{A5A72536-2090-4762-AF76-8EF264F5875C}" srcOrd="6" destOrd="0" presId="urn:microsoft.com/office/officeart/2005/8/layout/pList1"/>
    <dgm:cxn modelId="{50DB88E7-6D42-4041-9685-064641D32C8F}" type="presParOf" srcId="{A5A72536-2090-4762-AF76-8EF264F5875C}" destId="{29B44B41-70FF-4E61-91DE-7CDBDD350EA1}" srcOrd="0" destOrd="0" presId="urn:microsoft.com/office/officeart/2005/8/layout/pList1"/>
    <dgm:cxn modelId="{C34C30CB-DEA4-4342-9982-ED937A5562D8}" type="presParOf" srcId="{A5A72536-2090-4762-AF76-8EF264F5875C}" destId="{CC6D7582-C6A7-4AAF-97EE-8BDCDECCDCE7}" srcOrd="1" destOrd="0" presId="urn:microsoft.com/office/officeart/2005/8/layout/pList1"/>
    <dgm:cxn modelId="{2386DEBE-519A-4CAE-97BF-55BD1D9C116F}" type="presParOf" srcId="{E294A0A1-811B-4C3A-B4AF-4405F20B40AB}" destId="{38714E40-7221-4A87-A0CC-89C32A5E790D}" srcOrd="7" destOrd="0" presId="urn:microsoft.com/office/officeart/2005/8/layout/pList1"/>
    <dgm:cxn modelId="{A4FB1F46-050D-42F4-8701-2ED20BFF2557}" type="presParOf" srcId="{E294A0A1-811B-4C3A-B4AF-4405F20B40AB}" destId="{1F9285C4-24AC-491E-869A-8804E24A8390}" srcOrd="8" destOrd="0" presId="urn:microsoft.com/office/officeart/2005/8/layout/pList1"/>
    <dgm:cxn modelId="{57B3B0FB-C057-4890-BE08-0545B79D6979}" type="presParOf" srcId="{1F9285C4-24AC-491E-869A-8804E24A8390}" destId="{F860CC0A-255B-4836-9641-F672B3BE27F1}" srcOrd="0" destOrd="0" presId="urn:microsoft.com/office/officeart/2005/8/layout/pList1"/>
    <dgm:cxn modelId="{0C1A97CE-D790-45F0-BDE7-D00E86254A4C}" type="presParOf" srcId="{1F9285C4-24AC-491E-869A-8804E24A8390}" destId="{F557681B-2AEE-489C-A1F9-72E701E3FC64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43622-E84F-48A6-95F6-2D279A37B2F9}">
      <dsp:nvSpPr>
        <dsp:cNvPr id="0" name=""/>
        <dsp:cNvSpPr/>
      </dsp:nvSpPr>
      <dsp:spPr>
        <a:xfrm>
          <a:off x="142695" y="84150"/>
          <a:ext cx="2072647" cy="2161662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8040E0-F455-4815-BA7A-2F7F0E3F3298}">
      <dsp:nvSpPr>
        <dsp:cNvPr id="0" name=""/>
        <dsp:cNvSpPr/>
      </dsp:nvSpPr>
      <dsp:spPr>
        <a:xfrm>
          <a:off x="147830" y="2357374"/>
          <a:ext cx="1778189" cy="45714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>
              <a:latin typeface="Times New Roman" pitchFamily="18" charset="0"/>
              <a:cs typeface="Times New Roman" pitchFamily="18" charset="0"/>
            </a:rPr>
            <a:t>Arsheta</a:t>
          </a:r>
          <a:endParaRPr lang="en-US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47830" y="2357374"/>
        <a:ext cx="1778189" cy="457140"/>
      </dsp:txXfrm>
    </dsp:sp>
    <dsp:sp modelId="{5B731D8B-C59F-4B73-ABC7-566262AC9D1C}">
      <dsp:nvSpPr>
        <dsp:cNvPr id="0" name=""/>
        <dsp:cNvSpPr/>
      </dsp:nvSpPr>
      <dsp:spPr>
        <a:xfrm>
          <a:off x="4354986" y="94684"/>
          <a:ext cx="2066223" cy="2223101"/>
        </a:xfrm>
        <a:prstGeom prst="roundRect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DD0CAE-12B7-49D5-80ED-47EF8F9384E0}">
      <dsp:nvSpPr>
        <dsp:cNvPr id="0" name=""/>
        <dsp:cNvSpPr/>
      </dsp:nvSpPr>
      <dsp:spPr>
        <a:xfrm>
          <a:off x="2556631" y="2408200"/>
          <a:ext cx="1568613" cy="409851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>
              <a:latin typeface="Times New Roman" pitchFamily="18" charset="0"/>
              <a:cs typeface="Times New Roman" pitchFamily="18" charset="0"/>
            </a:rPr>
            <a:t>Kashish Gautam</a:t>
          </a:r>
          <a:endParaRPr lang="en-US" sz="2000" kern="1200" dirty="0"/>
        </a:p>
      </dsp:txBody>
      <dsp:txXfrm>
        <a:off x="2556631" y="2408200"/>
        <a:ext cx="1568613" cy="409851"/>
      </dsp:txXfrm>
    </dsp:sp>
    <dsp:sp modelId="{6DB5843E-7851-48DB-B028-D2DDADE7295F}">
      <dsp:nvSpPr>
        <dsp:cNvPr id="0" name=""/>
        <dsp:cNvSpPr/>
      </dsp:nvSpPr>
      <dsp:spPr>
        <a:xfrm>
          <a:off x="2337679" y="27663"/>
          <a:ext cx="1891630" cy="2294799"/>
        </a:xfrm>
        <a:prstGeom prst="roundRect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88AB99-150F-4038-9AA1-F4E42A4A3236}">
      <dsp:nvSpPr>
        <dsp:cNvPr id="0" name=""/>
        <dsp:cNvSpPr/>
      </dsp:nvSpPr>
      <dsp:spPr>
        <a:xfrm>
          <a:off x="4979805" y="2223133"/>
          <a:ext cx="1469850" cy="839911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itchFamily="18" charset="0"/>
              <a:cs typeface="Times New Roman" pitchFamily="18" charset="0"/>
            </a:rPr>
            <a:t>Tripti</a:t>
          </a:r>
          <a:endParaRPr lang="en-US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979805" y="2223133"/>
        <a:ext cx="1469850" cy="839911"/>
      </dsp:txXfrm>
    </dsp:sp>
    <dsp:sp modelId="{29B44B41-70FF-4E61-91DE-7CDBDD350EA1}">
      <dsp:nvSpPr>
        <dsp:cNvPr id="0" name=""/>
        <dsp:cNvSpPr/>
      </dsp:nvSpPr>
      <dsp:spPr>
        <a:xfrm>
          <a:off x="988097" y="3184422"/>
          <a:ext cx="1945302" cy="2256268"/>
        </a:xfrm>
        <a:prstGeom prst="roundRect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6D7582-C6A7-4AAF-97EE-8BDCDECCDCE7}">
      <dsp:nvSpPr>
        <dsp:cNvPr id="0" name=""/>
        <dsp:cNvSpPr/>
      </dsp:nvSpPr>
      <dsp:spPr>
        <a:xfrm>
          <a:off x="876380" y="5345782"/>
          <a:ext cx="2168737" cy="41902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>
              <a:latin typeface="Times New Roman" pitchFamily="18" charset="0"/>
              <a:cs typeface="Times New Roman" pitchFamily="18" charset="0"/>
            </a:rPr>
            <a:t>Anuradha</a:t>
          </a:r>
          <a:endParaRPr lang="en-US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76380" y="5345782"/>
        <a:ext cx="2168737" cy="419020"/>
      </dsp:txXfrm>
    </dsp:sp>
    <dsp:sp modelId="{F860CC0A-255B-4836-9641-F672B3BE27F1}">
      <dsp:nvSpPr>
        <dsp:cNvPr id="0" name=""/>
        <dsp:cNvSpPr/>
      </dsp:nvSpPr>
      <dsp:spPr>
        <a:xfrm>
          <a:off x="3279694" y="3177970"/>
          <a:ext cx="2344783" cy="2289759"/>
        </a:xfrm>
        <a:prstGeom prst="roundRect">
          <a:avLst/>
        </a:prstGeom>
        <a:blipFill rotWithShape="0">
          <a:blip xmlns:r="http://schemas.openxmlformats.org/officeDocument/2006/relationships" r:embed="rId5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57681B-2AEE-489C-A1F9-72E701E3FC64}">
      <dsp:nvSpPr>
        <dsp:cNvPr id="0" name=""/>
        <dsp:cNvSpPr/>
      </dsp:nvSpPr>
      <dsp:spPr>
        <a:xfrm>
          <a:off x="3450277" y="5359915"/>
          <a:ext cx="2003617" cy="411339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>
              <a:latin typeface="Times New Roman" pitchFamily="18" charset="0"/>
              <a:cs typeface="Times New Roman" pitchFamily="18" charset="0"/>
            </a:rPr>
            <a:t>Kavita  Pal </a:t>
          </a:r>
          <a:endParaRPr lang="en-US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450277" y="5359915"/>
        <a:ext cx="2003617" cy="4113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9924CA-32B1-4CA6-9C6E-E7B348DE4427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3C501-44FA-4931-A27E-811FD5DA5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60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3C501-44FA-4931-A27E-811FD5DA5C6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176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65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5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42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pPr/>
              <a:t>5/5/2026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4360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1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1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pPr/>
              <a:t>5/5/2026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1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pPr/>
              <a:t>5/5/2026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2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4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2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6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D3A4E0-C908-4EA9-ABDF-E82AD6BDEF9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5DF57-098C-4FCB-B7A8-E497E9B60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63323"/>
            <a:ext cx="8991600" cy="1692771"/>
          </a:xfrm>
        </p:spPr>
        <p:txBody>
          <a:bodyPr vert="horz" lIns="182880" tIns="182880" rIns="182880" bIns="182880" rtlCol="0">
            <a:normAutofit fontScale="90000"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Arial Rounded MT Bold" panose="020F0704030504030204" pitchFamily="34" charset="0"/>
              </a:rPr>
              <a:t>Market Pulse </a:t>
            </a:r>
            <a:r>
              <a:rPr lang="en-US" dirty="0" smtClean="0">
                <a:latin typeface="Arial Rounded MT Bold" panose="020F0704030504030204" pitchFamily="34" charset="0"/>
              </a:rPr>
              <a:t>– </a:t>
            </a:r>
            <a:r>
              <a:rPr lang="en-US" dirty="0" smtClean="0">
                <a:solidFill>
                  <a:srgbClr val="002060"/>
                </a:solidFill>
                <a:latin typeface="Arial Rounded MT Bold" panose="020F0704030504030204" pitchFamily="34" charset="0"/>
              </a:rPr>
              <a:t>Social Media &amp; Marketing Campaign Analysis</a:t>
            </a:r>
            <a:endParaRPr lang="en-US" kern="1200" cap="all" spc="200" baseline="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54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rgbClr val="4A53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C86B1-7C33-4A37-A176-9016ACFE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/>
          <a:lstStyle/>
          <a:p>
            <a:r>
              <a:rPr lang="en-IN" dirty="0"/>
              <a:t>Marketing Minds</a:t>
            </a:r>
          </a:p>
        </p:txBody>
      </p:sp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3262700899"/>
              </p:ext>
            </p:extLst>
          </p:nvPr>
        </p:nvGraphicFramePr>
        <p:xfrm>
          <a:off x="5381620" y="476672"/>
          <a:ext cx="6500858" cy="5904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83350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rgbClr val="4A53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C86B1-7C33-4A37-A176-9016ACFE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600">
                <a:solidFill>
                  <a:srgbClr val="FFFFFF"/>
                </a:solidFill>
              </a:rPr>
              <a:t>Workload </a:t>
            </a:r>
            <a:r>
              <a:rPr lang="en-IN" sz="2600">
                <a:solidFill>
                  <a:srgbClr val="FFFFFF"/>
                </a:solidFill>
              </a:rPr>
              <a:t>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B6BC-B8A2-4F6A-861D-C36B251B7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7928" y="1052736"/>
            <a:ext cx="5790717" cy="4506245"/>
          </a:xfrm>
          <a:effectLst>
            <a:glow rad="228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4"/>
          </a:lnRef>
          <a:fillRef idx="1003">
            <a:schemeClr val="lt1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indent="0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    Contribution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of each team member in project</a:t>
            </a:r>
          </a:p>
          <a:p>
            <a:pPr lvl="1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Arsheta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Developed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and contributed to visual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design.</a:t>
            </a: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Kashish Gautam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dashboard and prepared the project documentation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Tripti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the PPT and handled video editing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Kavita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Assisted in PPT preparation and video editing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Anuradha-: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documentation and presentation preparation </a:t>
            </a:r>
          </a:p>
          <a:p>
            <a:pPr lvl="1"/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255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94EB9-4981-4B64-BA7E-735F6CAD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100" dirty="0">
                <a:solidFill>
                  <a:srgbClr val="FFFFFF"/>
                </a:solidFill>
              </a:rPr>
              <a:t>The Background</a:t>
            </a:r>
            <a:endParaRPr lang="en-IN" sz="2100" dirty="0">
              <a:solidFill>
                <a:srgbClr val="000000"/>
              </a:solidFill>
            </a:endParaRPr>
          </a:p>
          <a:p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3D968-550A-45A2-B636-4D6F7BFB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3058" y="4500570"/>
            <a:ext cx="5214974" cy="1884044"/>
          </a:xfrm>
          <a:effectLst>
            <a:glow rad="228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ea typeface="+mn-lt"/>
                <a:cs typeface="Times New Roman" pitchFamily="18" charset="0"/>
              </a:rPr>
              <a:t>Companies struggle to measure </a:t>
            </a:r>
          </a:p>
          <a:p>
            <a:r>
              <a:rPr lang="en-US" sz="2000" dirty="0" smtClean="0">
                <a:latin typeface="Times New Roman" pitchFamily="18" charset="0"/>
                <a:ea typeface="+mn-lt"/>
                <a:cs typeface="Times New Roman" pitchFamily="18" charset="0"/>
              </a:rPr>
              <a:t>ROI, engagement, CTR, conversions</a:t>
            </a:r>
          </a:p>
          <a:p>
            <a:r>
              <a:rPr lang="en-US" sz="2000" dirty="0" smtClean="0">
                <a:latin typeface="Times New Roman" pitchFamily="18" charset="0"/>
                <a:ea typeface="+mn-lt"/>
                <a:cs typeface="Times New Roman" pitchFamily="18" charset="0"/>
              </a:rPr>
              <a:t> Across multiple platforms</a:t>
            </a:r>
            <a:endParaRPr lang="en-IN" sz="2000" dirty="0">
              <a:latin typeface="Times New Roman" pitchFamily="18" charset="0"/>
              <a:ea typeface="+mn-lt"/>
              <a:cs typeface="Times New Roman" pitchFamily="18" charset="0"/>
            </a:endParaRPr>
          </a:p>
        </p:txBody>
      </p:sp>
      <p:pic>
        <p:nvPicPr>
          <p:cNvPr id="7" name="Picture 6" descr="ChatGPT Image May 5, 2026, 08_54_49 AM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38810" y="428604"/>
            <a:ext cx="5179254" cy="3119459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23676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ower</a:t>
            </a:r>
            <a:r>
              <a:rPr lang="en-US" dirty="0" smtClean="0"/>
              <a:t> BI dashboard* integrating campaign data, KPIs, and platform-wise comparisons.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347B7-4FBF-466B-B290-31F20EBC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995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300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5310182" y="3501008"/>
            <a:ext cx="5786478" cy="2285446"/>
          </a:xfrm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r>
              <a:rPr lang="en-US" sz="7000" dirty="0" smtClean="0">
                <a:latin typeface="Times New Roman" pitchFamily="18" charset="0"/>
                <a:cs typeface="Times New Roman" pitchFamily="18" charset="0"/>
              </a:rPr>
              <a:t>Power BI dashboard integrating campaign data, KPIs, and platform-wise comparisons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1" name="Picture 10" descr="ChatGPT Image May 5, 2026, 09_15_33 AM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67306" y="285728"/>
            <a:ext cx="5357850" cy="2678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1187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D89FB-6AE0-4387-B7C5-B6BE39BA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22985"/>
            <a:ext cx="3685032" cy="3893673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3000">
                <a:solidFill>
                  <a:srgbClr val="FFFFFF"/>
                </a:solidFill>
              </a:rPr>
              <a:t>Solution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7542C-676C-4616-8042-1D07436B8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438" y="3929066"/>
            <a:ext cx="4929221" cy="2098358"/>
          </a:xfrm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1.Import datasets (Excel/CSV) 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2. Clean &amp; transform with Power Query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3. Define KPIs using DAX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4. Build interactive dashboard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 descr="ChatGPT Image May 5, 2026, 09_41_13 AM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53058" y="500042"/>
            <a:ext cx="6286544" cy="2786082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308195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218D5-F128-490E-8152-7D32E2A4A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100">
                <a:solidFill>
                  <a:srgbClr val="FFFFFF"/>
                </a:solidFill>
              </a:rPr>
              <a:t>Technology Stack &amp; Requirements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7833B-3907-4B83-9F77-D0F494B71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72" y="4071942"/>
            <a:ext cx="5143536" cy="1785950"/>
          </a:xfrm>
          <a:effectLst>
            <a:glow rad="228600">
              <a:schemeClr val="accent4">
                <a:satMod val="175000"/>
                <a:alpha val="40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4"/>
          </a:lnRef>
          <a:fillRef idx="1003">
            <a:schemeClr val="dk2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- Microsoft Power BI 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- Excel / CSV datasets  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- Power Query 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- DAX formulas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 descr="ChatGPT Image May 5, 2026, 09_50_14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44" y="571479"/>
            <a:ext cx="5572164" cy="2763353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496619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ve bulbs and one of them is glowing">
            <a:extLst>
              <a:ext uri="{FF2B5EF4-FFF2-40B4-BE49-F238E27FC236}">
                <a16:creationId xmlns:a16="http://schemas.microsoft.com/office/drawing/2014/main" id="{6502B327-023B-19C1-2A07-58822C3EC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48" r="20317" b="-1"/>
          <a:stretch/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ED9BD6-F510-4FEC-BBC3-026270D7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IN" sz="2400">
                <a:solidFill>
                  <a:schemeClr val="bg1"/>
                </a:solidFill>
              </a:rPr>
              <a:t>Innovative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4AC4F-2932-4F44-A84F-2F39667FE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6067" y="4429132"/>
            <a:ext cx="5072097" cy="1428760"/>
          </a:xfrm>
          <a:effectLst>
            <a:glow rad="139700">
              <a:schemeClr val="accent4">
                <a:satMod val="175000"/>
                <a:alpha val="40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Cross-platform insights with  real time drill-downs for campaign managers. 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ChatGPT Image May 5, 2026, 09_56_28 A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38942" y="714356"/>
            <a:ext cx="4857784" cy="2865486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</p:pic>
    </p:spTree>
    <p:extLst>
      <p:ext uri="{BB962C8B-B14F-4D97-AF65-F5344CB8AC3E}">
        <p14:creationId xmlns:p14="http://schemas.microsoft.com/office/powerpoint/2010/main" val="3463141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A8E4-2B1A-430A-A41B-30AE8D1A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Results / Outcomes /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7BAE-B1B3-43F5-817C-987B4C2A3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1620" y="4077072"/>
            <a:ext cx="6143668" cy="2423762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- Clicks Achieved </a:t>
            </a:r>
            <a:r>
              <a:rPr lang="en-IN" b="1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Target → 220M </a:t>
            </a:r>
            <a:r>
              <a:rPr lang="en-IN" b="1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110M target (2× performance).  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- Conversion Rate Trends → Influencer/Search ↑, Display/Email ↓. 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- Customer Segments→ Foodies (22.1M), Tech Enthusiasts (22.0M), etc.  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- Geo Analysis → Strongest in North America (Chicago, NY, LA). 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- Campaign Contribution → Balanced (~20% each). 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- Click Trend → Growth from 0.8B (2021) → 1.4B clicks.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20" y="208692"/>
            <a:ext cx="6182438" cy="35112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0655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yellow figures and a red figure on the other side">
            <a:extLst>
              <a:ext uri="{FF2B5EF4-FFF2-40B4-BE49-F238E27FC236}">
                <a16:creationId xmlns:a16="http://schemas.microsoft.com/office/drawing/2014/main" id="{AF55747E-0BF5-40C6-D4AD-0FF058921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44" r="2022" b="-1"/>
          <a:stretch/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IN" sz="2400"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58A8F-6943-4E76-8967-55B21E8D3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4628" y="4286256"/>
            <a:ext cx="4714908" cy="2071702"/>
          </a:xfrm>
          <a:effectLst>
            <a:glow rad="228600">
              <a:schemeClr val="accent5">
                <a:satMod val="175000"/>
                <a:alpha val="40000"/>
              </a:schemeClr>
            </a:glow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Data limited to digital campaigns only. 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ROI aggregated, not campaign-specific.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- Geographic analysis broad.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- Dependent on CSV/Excel data quality.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 descr="Copilot_20260505_101009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96066" y="500042"/>
            <a:ext cx="4071966" cy="30003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glow rad="228600">
              <a:schemeClr val="accent6">
                <a:satMod val="175000"/>
                <a:alpha val="40000"/>
              </a:schemeClr>
            </a:glow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24759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</p:spPr>
        <p:txBody>
          <a:bodyPr>
            <a:normAutofit/>
          </a:bodyPr>
          <a:lstStyle/>
          <a:p>
            <a:r>
              <a:rPr lang="en-IN" sz="2400" dirty="0"/>
              <a:t>Future Enhancements/Scope</a:t>
            </a:r>
          </a:p>
        </p:txBody>
      </p:sp>
      <p:pic>
        <p:nvPicPr>
          <p:cNvPr id="5" name="Picture 4" descr="White arrows going to the red target">
            <a:extLst>
              <a:ext uri="{FF2B5EF4-FFF2-40B4-BE49-F238E27FC236}">
                <a16:creationId xmlns:a16="http://schemas.microsoft.com/office/drawing/2014/main" id="{A3EA6280-589F-C0E2-BE2F-BC5FC46176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161" r="9508"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58A8F-6943-4E76-8967-55B21E8D3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0182" y="5000636"/>
            <a:ext cx="5857916" cy="1500198"/>
          </a:xfrm>
          <a:effectLst>
            <a:glow rad="139700">
              <a:schemeClr val="accent4">
                <a:satMod val="175000"/>
                <a:alpha val="40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Arial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Integrate Google Ads &amp; Analytics. </a:t>
            </a:r>
          </a:p>
          <a:p>
            <a:pPr>
              <a:buFont typeface="Arial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Predictive modeling for campaign success.  </a:t>
            </a:r>
          </a:p>
          <a:p>
            <a:pPr>
              <a:buFont typeface="Arial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Real-time alerts for underperforming campaigns. </a:t>
            </a:r>
          </a:p>
          <a:p>
            <a:pPr>
              <a:buFont typeface="Arial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- Sentiment analysis from social media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Picture 5" descr="Copilot_20260505_10133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81620" y="2428868"/>
            <a:ext cx="6357982" cy="197008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81641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 vert="horz" lIns="182880" tIns="182880" rIns="182880" bIns="182880" rtlCol="0" anchor="ctr">
            <a:noAutofit/>
          </a:bodyPr>
          <a:lstStyle/>
          <a:p>
            <a:r>
              <a:rPr lang="en-US" sz="5400" dirty="0" smtClean="0">
                <a:solidFill>
                  <a:srgbClr val="FFFFFF"/>
                </a:solidFill>
              </a:rPr>
              <a:t>(</a:t>
            </a:r>
            <a:r>
              <a:rPr lang="en-US" sz="5400" dirty="0">
                <a:solidFill>
                  <a:srgbClr val="FFFFFF"/>
                </a:solidFill>
              </a:rPr>
              <a:t>GITHUB LINK</a:t>
            </a:r>
            <a:r>
              <a:rPr lang="en-US" sz="5400" dirty="0" smtClean="0">
                <a:solidFill>
                  <a:srgbClr val="FFFFFF"/>
                </a:solidFill>
              </a:rPr>
              <a:t>)</a:t>
            </a:r>
            <a:r>
              <a:rPr lang="en-US" sz="5400">
                <a:solidFill>
                  <a:srgbClr val="FFFFFF"/>
                </a:solidFill>
              </a:rPr>
              <a:t/>
            </a:r>
            <a:br>
              <a:rPr lang="en-US" sz="5400">
                <a:solidFill>
                  <a:srgbClr val="FFFFFF"/>
                </a:solidFill>
              </a:rPr>
            </a:br>
            <a:r>
              <a:rPr lang="en-US" sz="2400">
                <a:solidFill>
                  <a:srgbClr val="7030A0"/>
                </a:solidFill>
                <a:latin typeface="Arial Rounded MT Bold" panose="020F0704030504030204" pitchFamily="34" charset="0"/>
              </a:rPr>
              <a:t>https://github.com/ArshuSaxena/MarketPulse-Social-Media-Marketing-Campaign-Analysis</a:t>
            </a:r>
            <a:endParaRPr lang="en-US" sz="2400" kern="1200" cap="all" spc="200" baseline="0" dirty="0">
              <a:solidFill>
                <a:srgbClr val="7030A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70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2A9291-55AD-4DDC-8735-1BA5A1C98C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A74F5-46D6-41B8-88F6-8920EDCB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542604"/>
            <a:ext cx="8686800" cy="177279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sz="4800" kern="1200" cap="all" spc="200" baseline="0" dirty="0">
                <a:solidFill>
                  <a:srgbClr val="262626"/>
                </a:solidFill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2062179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339</Words>
  <Application>Microsoft Office PowerPoint</Application>
  <PresentationFormat>Widescreen</PresentationFormat>
  <Paragraphs>53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Arial Rounded MT Bold</vt:lpstr>
      <vt:lpstr>Calibri</vt:lpstr>
      <vt:lpstr>Gill Sans MT</vt:lpstr>
      <vt:lpstr>Times New Roman</vt:lpstr>
      <vt:lpstr>Parcel</vt:lpstr>
      <vt:lpstr>Market Pulse – Social Media &amp; Marketing Campaign Analysis</vt:lpstr>
      <vt:lpstr>Marketing Minds</vt:lpstr>
      <vt:lpstr>Workload Division</vt:lpstr>
      <vt:lpstr>The Background </vt:lpstr>
      <vt:lpstr>Proposed Solution</vt:lpstr>
      <vt:lpstr>Solution Design</vt:lpstr>
      <vt:lpstr>Technology Stack &amp; Requirements</vt:lpstr>
      <vt:lpstr>Innovative Idea</vt:lpstr>
      <vt:lpstr>Results / Outcomes / Analysis</vt:lpstr>
      <vt:lpstr>Limitations</vt:lpstr>
      <vt:lpstr>Future Enhancements/Scope</vt:lpstr>
      <vt:lpstr>(GITHUB LINK) https://github.com/ArshuSaxena/MarketPulse-Social-Media-Marketing-Campaign-Analysis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Prateek Vashishtha</dc:creator>
  <cp:lastModifiedBy>raj chaudhary</cp:lastModifiedBy>
  <cp:revision>87</cp:revision>
  <dcterms:created xsi:type="dcterms:W3CDTF">2021-11-25T04:17:35Z</dcterms:created>
  <dcterms:modified xsi:type="dcterms:W3CDTF">2026-05-05T11:26:44Z</dcterms:modified>
</cp:coreProperties>
</file>